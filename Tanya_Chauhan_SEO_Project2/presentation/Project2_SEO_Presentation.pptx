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</a:defRPr>
            </a:pPr>
            <a:r>
              <a:t>SEO Basics &amp;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BD5E1"/>
                </a:solidFill>
              </a:defRPr>
            </a:pPr>
            <a:r>
              <a:t>Digital Marketing Project 2 | Prepared by Tanya Chauhan</a:t>
            </a:r>
          </a:p>
        </p:txBody>
      </p:sp>
      <p:pic>
        <p:nvPicPr>
          <p:cNvPr id="5" name="Picture 4" descr="seo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789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92642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16070"/>
                </a:solidFill>
              </a:defRPr>
            </a:pPr>
            <a:r>
              <a:t>Build a data-driven keyword strategy for a website or blog.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Requirements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Find relevant keywords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Identify search intent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Suggest content topics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Prepare meta title and meta description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Validate keywords using KGR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Skills Demonstrated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SEO fundamentals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Keyword research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Intent classification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Content mapping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Beginner-friendly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92642"/>
                </a:solidFill>
              </a:defRPr>
            </a:pPr>
            <a:r>
              <a:t>SEO Logic: Input - Process -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Input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User Query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Demand signal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Search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Process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Relevance check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Authority check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Content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Output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SERP position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Clicks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Qualified leads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92642"/>
                </a:solidFill>
              </a:defRPr>
            </a:pPr>
            <a:r>
              <a:t>Execution Workflow</a:t>
            </a:r>
          </a:p>
        </p:txBody>
      </p:sp>
      <p:pic>
        <p:nvPicPr>
          <p:cNvPr id="4" name="Picture 3" descr="seo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72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92642"/>
                </a:solidFill>
              </a:defRPr>
            </a:pPr>
            <a:r>
              <a:t>Search Intent Map</a:t>
            </a:r>
          </a:p>
        </p:txBody>
      </p:sp>
      <p:pic>
        <p:nvPicPr>
          <p:cNvPr id="4" name="Picture 3" descr="inten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85216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325880"/>
            <a:ext cx="4572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The Four Intent Types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Informational: user wants to learn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Navigational: user wants a specific page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Commercial: user compares options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Transactional: user is ready to 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92642"/>
                </a:solidFill>
              </a:defRPr>
            </a:pPr>
            <a:r>
              <a:t>Keyword Research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384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09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9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KGR</a:t>
                      </a:r>
                    </a:p>
                  </a:txBody>
                  <a:tcPr>
                    <a:solidFill>
                      <a:srgbClr val="09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Intent</a:t>
                      </a:r>
                    </a:p>
                  </a:txBody>
                  <a:tcPr>
                    <a:solidFill>
                      <a:srgbClr val="09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09264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remote data science internship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Transactional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Internship landing page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python internship for btech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Comparison blog + CTA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best digital marketing internship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Program landing page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seo basics for beginners internship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Informational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Educational blog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keyword research project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Informational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Portfolio article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full stack internship with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92642"/>
                          </a:solidFill>
                        </a:defRPr>
                      </a:pPr>
                      <a:r>
                        <a:t>Service page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92642"/>
                </a:solidFill>
              </a:defRPr>
            </a:pPr>
            <a:r>
              <a:t>Meta Title and Description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On-page SEO Beacons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Put main keyword near the beginning of title tag.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Keep URL slug short and descriptive.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Use meta description to communicate benefit and CTA.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Avoid keyword stuffing; write for users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Example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Title: Remote Data Science Internship 2026 | SkillForge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Slug: /data-science-internship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Description: Apply for a remote data science internship built for B.Tech students.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BD5E1"/>
                </a:solidFill>
              </a:defRPr>
            </a:pPr>
            <a:r>
              <a:t>SEO becomes effective when keyword evidence guides content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b="1" sz="2100">
                <a:solidFill>
                  <a:srgbClr val="FF7342"/>
                </a:solidFill>
              </a:defRPr>
            </a:pPr>
            <a:r>
              <a:t>Final Takeaway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Long-tail keywords reduce competition and improve conversion probability.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Intent mapping ensures every page matches the user need.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KGR validation helps prioritize low-resistance opportunities.</a:t>
            </a:r>
          </a:p>
          <a:p>
            <a:pPr>
              <a:defRPr sz="1600">
                <a:solidFill>
                  <a:srgbClr val="092642"/>
                </a:solidFill>
              </a:defRPr>
            </a:pPr>
            <a:r>
              <a:t>• The strategy is ready for implementation before paid 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