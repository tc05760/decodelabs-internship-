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Tanya Chauhan • Project 3 • Content Writing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81C38"/>
                </a:solidFill>
              </a:rPr>
              <a:t>Project 3 UI Matched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02033"/>
                </a:solidFill>
              </a:defRPr>
            </a:pPr>
            <a:r>
              <a:t>Same layout language as Project 1 and Project 2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Premium navy/orange dashboard design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Responsive website with working JavaScript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Prepared by Tanya Chauhan</a:t>
            </a:r>
          </a:p>
        </p:txBody>
      </p:sp>
      <p:pic>
        <p:nvPicPr>
          <p:cNvPr id="6" name="Picture 5" descr="conten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Tanya Chauhan • Project 3 • Content Writing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81C38"/>
                </a:solidFill>
              </a:rPr>
              <a:t>Content Writing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02033"/>
                </a:solidFill>
              </a:defRPr>
            </a:pPr>
            <a:r>
              <a:t>Write SEO-friendly content for digital platforms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Use keywords naturally, not mechanically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Optimize H1, H2, H3, metadata, URL, alt text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Improve readability and conversion intent</a:t>
            </a:r>
          </a:p>
        </p:txBody>
      </p:sp>
      <p:pic>
        <p:nvPicPr>
          <p:cNvPr id="6" name="Picture 5" descr="onpage_content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Tanya Chauhan • Project 3 • Content Writing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81C38"/>
                </a:solidFill>
              </a:rPr>
              <a:t>IPO Content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02033"/>
                </a:solidFill>
              </a:defRPr>
            </a:pPr>
            <a:r>
              <a:t>Input: keyword, user intent, audience problem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Process: structure, keyword placement, readability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Output: optimized content asset ready to publish</a:t>
            </a:r>
          </a:p>
        </p:txBody>
      </p:sp>
      <p:pic>
        <p:nvPicPr>
          <p:cNvPr id="6" name="Picture 5" descr="ipo_conten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Tanya Chauhan • Project 3 • Content Writing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81C38"/>
                </a:solidFill>
              </a:rPr>
              <a:t>Website Working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02033"/>
                </a:solidFill>
              </a:defRPr>
            </a:pPr>
            <a:r>
              <a:t>Theme toggle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Article tabs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Keyword filter table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Content analyzer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Search preview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Workflow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Tanya Chauhan • Project 3 • Content Writing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81C38"/>
                </a:solidFill>
              </a:rPr>
              <a:t>Final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02033"/>
                </a:solidFill>
              </a:defRPr>
            </a:pPr>
            <a:r>
              <a:t>HTML, CSS, JavaScript source code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Keyword JSON and CSV database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DOCX and PDF report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PowerPoint presentation</a:t>
            </a:r>
          </a:p>
          <a:p>
            <a:pPr>
              <a:defRPr sz="2000">
                <a:solidFill>
                  <a:srgbClr val="102033"/>
                </a:solidFill>
              </a:defRPr>
            </a:pPr>
            <a:r>
              <a:t>Workflow and infographic images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